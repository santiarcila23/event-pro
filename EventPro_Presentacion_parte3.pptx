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6197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2926080" y="0"/>
            <a:ext cx="73152" cy="51435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" y="11887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EVENTPRO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" y="20574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</a:t>
            </a:r>
            <a:r>
              <a:rPr lang="en-US" sz="1200" dirty="0" err="1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</a:t>
            </a: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971800"/>
            <a:ext cx="2011680" cy="36576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37160" y="30632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Tkinter · MySQL · Docker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0" y="82296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Profundización de la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Programación Orientada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Objetos II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00400" y="19659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2468880"/>
            <a:ext cx="5486400" cy="731520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3200400" y="2468880"/>
            <a:ext cx="54864" cy="73152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337560" y="257860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Estudiante:  Santiago Arcila Gutiérrez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3383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Propósito y Objetivos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64008" cy="9144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530352" y="12070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Propósito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50876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aplicación de escritorio en Python con arquitectura MVC, interfaz gráfica Tkinter, base de datos MySQL gestionada mediante Stored Procedures y contenerización con Docker.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64008" cy="9144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502920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24128" y="237744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módulos MVC: Recintos,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Clientes, Eventos, Personal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28600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4663440" y="2286000"/>
            <a:ext cx="64008" cy="9144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800600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321808" y="237744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+ 20 Stored Procedures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todo el CRUD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38328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365760" y="3383280"/>
            <a:ext cx="64008" cy="9144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502920" y="3493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24128" y="347472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a Excel y PDF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cada módulo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338328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4663440" y="3383280"/>
            <a:ext cx="64008" cy="9144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800600" y="3493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🐳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321808" y="347472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docker-compose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despliegue portátil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Problemática que Resuelve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3931920" cy="4572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320040" y="1188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 Sin EventPro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3931920" cy="502920"/>
          </a:xfrm>
          <a:prstGeom prst="rect">
            <a:avLst/>
          </a:prstGeom>
          <a:solidFill>
            <a:srgbClr val="1A2A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Registros en papel o Excel sin respaldo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276856"/>
            <a:ext cx="3931920" cy="502920"/>
          </a:xfrm>
          <a:prstGeom prst="rect">
            <a:avLst/>
          </a:prstGeom>
          <a:solidFill>
            <a:srgbClr val="1A2A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11480" y="232257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Sin control de disponibilidad de recintos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862072"/>
            <a:ext cx="3931920" cy="502920"/>
          </a:xfrm>
          <a:prstGeom prst="rect">
            <a:avLst/>
          </a:prstGeom>
          <a:solidFill>
            <a:srgbClr val="1A2A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11480" y="29077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Cotizaciones manuales con errores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3447288"/>
            <a:ext cx="3931920" cy="502920"/>
          </a:xfrm>
          <a:prstGeom prst="rect">
            <a:avLst/>
          </a:prstGeom>
          <a:solidFill>
            <a:srgbClr val="1A2A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11480" y="34930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Sin seguimiento del estado de eventos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4032504"/>
            <a:ext cx="3931920" cy="502920"/>
          </a:xfrm>
          <a:prstGeom prst="rect">
            <a:avLst/>
          </a:prstGeom>
          <a:solidFill>
            <a:srgbClr val="1A2A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11480" y="407822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Personal disperso y desactualizado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937760" y="1143000"/>
            <a:ext cx="3931920" cy="4572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983480" y="1188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 Con EventPro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37760" y="1691640"/>
            <a:ext cx="3931920" cy="502920"/>
          </a:xfrm>
          <a:prstGeom prst="rect">
            <a:avLst/>
          </a:prstGeom>
          <a:solidFill>
            <a:srgbClr val="1A2A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5074920" y="17373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Base de datos MySQL con historial completo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937760" y="2276856"/>
            <a:ext cx="3931920" cy="502920"/>
          </a:xfrm>
          <a:prstGeom prst="rect">
            <a:avLst/>
          </a:prstGeom>
          <a:solidFill>
            <a:srgbClr val="1A2A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5074920" y="232257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Disponibilidad en tiempo real con búsqueda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37760" y="2862072"/>
            <a:ext cx="3931920" cy="502920"/>
          </a:xfrm>
          <a:prstGeom prst="rect">
            <a:avLst/>
          </a:prstGeom>
          <a:solidFill>
            <a:srgbClr val="1A2A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5074920" y="29077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Formularios validados + exportación Excel/PDF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937760" y="3447288"/>
            <a:ext cx="3931920" cy="502920"/>
          </a:xfrm>
          <a:prstGeom prst="rect">
            <a:avLst/>
          </a:prstGeom>
          <a:solidFill>
            <a:srgbClr val="1A2A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5074920" y="34930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Estados: Cotización › Confirmado › Finalizado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937760" y="4032504"/>
            <a:ext cx="3931920" cy="502920"/>
          </a:xfrm>
          <a:prstGeom prst="rect">
            <a:avLst/>
          </a:prstGeom>
          <a:solidFill>
            <a:srgbClr val="1A2A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5074920" y="407822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Personal centralizado con horarios y tarifas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Tecnologías Utilizadas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606040" cy="438912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11480" y="115214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🐍  Python 3.11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principal. POO con clases por módulo, helpers reutilizables y arquitectura MVC.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54680" y="109728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154680" y="1097280"/>
            <a:ext cx="2606040" cy="43891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246120" y="115214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🖼️  Tkinter + ttk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46120" y="16002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gráfica con Notebook, Combobox, Entry, temas claro/oscuro y favicon con Pillow.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89320" y="109728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5989320" y="1097280"/>
            <a:ext cx="2606040" cy="438912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080760" y="115214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📅  tkcalendar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80760" y="16002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de fechas con calendario flotante (DateEntry) en el módulo Eventos.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97180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320040" y="2971800"/>
            <a:ext cx="2606040" cy="438912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11480" y="302666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🗄️  MySQL 8.4 + SP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34747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Stored Procedures para INSERT, UPDATE, DELETE, SELECT y listar por cada módulo.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54680" y="297180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3154680" y="2971800"/>
            <a:ext cx="2606040" cy="438912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3246120" y="302666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openpyxl + reportlab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46120" y="34747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profesional a Excel (.xlsx) y PDF (.pdf) con estilos, colores y filtros.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89320" y="297180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5989320" y="2971800"/>
            <a:ext cx="2606040" cy="438912"/>
          </a:xfrm>
          <a:prstGeom prst="rect">
            <a:avLst/>
          </a:prstGeom>
          <a:solidFill>
            <a:srgbClr val="0DB7E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6080760" y="302666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🐳  Docker + Compose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80760" y="34747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y MySQL contenerizados. Un solo comando levanta todo el entorno: docker-compose up.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del Sistema — MVC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200400" cy="3840480"/>
          </a:xfrm>
          <a:prstGeom prst="rect">
            <a:avLst/>
          </a:prstGeom>
          <a:solidFill>
            <a:srgbClr val="1A2A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3200400" cy="411480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65760" y="113385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📁 Estructura MVC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581912"/>
            <a:ext cx="2980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eventpro/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84048" y="1847088"/>
            <a:ext cx="2980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main.py          ← Vista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048" y="2112264"/>
            <a:ext cx="2980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models/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84048" y="2377440"/>
            <a:ext cx="2980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database.py    ← Modelo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4048" y="2642616"/>
            <a:ext cx="2980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utils/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84048" y="2907792"/>
            <a:ext cx="2980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validators.py  ← Ctrl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84048" y="3172968"/>
            <a:ext cx="2980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exportar.py    ← Excel/PDF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84048" y="3438144"/>
            <a:ext cx="2980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temas.py       ← UI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84048" y="3703320"/>
            <a:ext cx="2980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favicon.py     ← Pillow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84048" y="3968496"/>
            <a:ext cx="2980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init.sql         ← BD + SP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84048" y="4233672"/>
            <a:ext cx="2980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Dockerfile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84048" y="4498848"/>
            <a:ext cx="2980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docker-compose.yml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749040" y="1097280"/>
            <a:ext cx="5120640" cy="1143000"/>
          </a:xfrm>
          <a:prstGeom prst="rect">
            <a:avLst/>
          </a:prstGeom>
          <a:solidFill>
            <a:srgbClr val="2E86A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3749040" y="1097280"/>
            <a:ext cx="5120640" cy="64008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3840480" y="11887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VISTA — Tkinter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40480" y="157276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· 4 módulos con formularios, búsqueda, botones, temas, favicon e imágenes Pillow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2240280"/>
            <a:ext cx="274320" cy="384048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3749040" y="2395728"/>
            <a:ext cx="5120640" cy="1143000"/>
          </a:xfrm>
          <a:prstGeom prst="rect">
            <a:avLst/>
          </a:prstGeom>
          <a:solidFill>
            <a:srgbClr val="1B4F7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3749040" y="2395728"/>
            <a:ext cx="5120640" cy="64008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3840480" y="248716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LÓGICA — Python Utils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840480" y="287121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validators.py · exportar.py · temas.py · favicon.py — validaciones, Excel, PDF, temas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3538728"/>
            <a:ext cx="274320" cy="384048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3749040" y="3694176"/>
            <a:ext cx="5120640" cy="1143000"/>
          </a:xfrm>
          <a:prstGeom prst="rect">
            <a:avLst/>
          </a:prstGeom>
          <a:solidFill>
            <a:srgbClr val="1A2A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3749040" y="3694176"/>
            <a:ext cx="5120640" cy="64008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3840480" y="378561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— MySQL + SP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840480" y="416966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database.py · 20 SP · init.sql · Docker MySQL 8.4 — todo el CRUD via Stored Procedures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Funcionalidades Clave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606040" cy="438912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11480" y="115214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Búsqueda inteligente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código o nombre en todos los módulos. Rellena el formulario automáticamente al encontrar el registro.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54680" y="109728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154680" y="1097280"/>
            <a:ext cx="2606040" cy="438912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246120" y="115214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Validaciones completas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46120" y="16002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con regex, teléfono, códigos con prefijo (RC-, CL-, EV-, EP-), longitud mínima/máxima y campos numéricos.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89320" y="109728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5989320" y="1097280"/>
            <a:ext cx="2606040" cy="438912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080760" y="115214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📷  Imágenes con Pillow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80760" y="16002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Recintos y Clientes permiten cargar fotos JPG/PNG/GIF. Validación de formato y tamaño (máx 5MB).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97180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320040" y="2971800"/>
            <a:ext cx="2606040" cy="438912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11480" y="302666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Exportar Excel y PDF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11480" y="34747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exporta todos sus registros a .xlsx (openpyxl) o .pdf (reportlab) con diseño profesional.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54680" y="297180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3154680" y="2971800"/>
            <a:ext cx="2606040" cy="438912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3246120" y="302666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☀🌙  Temas claro / oscuro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46120" y="34747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temas intercambiables desde la barra superior. Paleta navy oscuro y blanco limpio.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89320" y="297180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5989320" y="2971800"/>
            <a:ext cx="2606040" cy="438912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6080760" y="302666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🐳  Docker listo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080760" y="34747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up levanta MySQL 8.4 + la app Python en contenedores. Sin instalar nada más.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Conclusiones y Aprendizajes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822960"/>
          </a:xfrm>
          <a:prstGeom prst="rect">
            <a:avLst/>
          </a:prstGeom>
          <a:solidFill>
            <a:srgbClr val="1A2A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64008" cy="82296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731520" cy="822960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84048" y="1307592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70432" y="119786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Integración real Python ↔ MySQL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70432" y="1490472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conectó la interfaz gráfica con MySQL usando Stored Procedures, sin SQL embebido en Python. Esto separa completamente la capa de datos de la presentación.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103120"/>
            <a:ext cx="8412480" cy="822960"/>
          </a:xfrm>
          <a:prstGeom prst="rect">
            <a:avLst/>
          </a:prstGeom>
          <a:solidFill>
            <a:srgbClr val="1A2A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365760" y="2103120"/>
            <a:ext cx="64008" cy="822960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365760" y="2103120"/>
            <a:ext cx="731520" cy="822960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384048" y="2267712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70432" y="215798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MVC en Python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70432" y="2450592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el proyecto en models/, utils/ y main.py facilitó el desarrollo, mantenimiento y escalabilidad. Cada capa tiene una responsabilidad clara.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063240"/>
            <a:ext cx="8412480" cy="822960"/>
          </a:xfrm>
          <a:prstGeom prst="rect">
            <a:avLst/>
          </a:prstGeom>
          <a:solidFill>
            <a:srgbClr val="1A2A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365760" y="3063240"/>
            <a:ext cx="64008" cy="822960"/>
          </a:xfrm>
          <a:prstGeom prst="rect">
            <a:avLst/>
          </a:prstGeom>
          <a:solidFill>
            <a:srgbClr val="0DB7E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365760" y="3063240"/>
            <a:ext cx="731520" cy="822960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384048" y="3227832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🐳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70432" y="311810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como herramienta profesional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70432" y="3410712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Contenerizar la app y la BD con docker-compose garantiza que el proyecto corra igual en cualquier máquina, eliminando el problema de 'en mi computador sí funciona'.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4023360"/>
            <a:ext cx="8412480" cy="822960"/>
          </a:xfrm>
          <a:prstGeom prst="rect">
            <a:avLst/>
          </a:prstGeom>
          <a:solidFill>
            <a:srgbClr val="1A2A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365760" y="4023360"/>
            <a:ext cx="64008" cy="82296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365760" y="4023360"/>
            <a:ext cx="731520" cy="822960"/>
          </a:xfrm>
          <a:prstGeom prst="rect">
            <a:avLst/>
          </a:prstGeom>
          <a:solidFill>
            <a:srgbClr val="1122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384048" y="4187952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170432" y="407822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DA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Aprendizajes del módulo POO II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70432" y="4370832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aplicada con clases por módulo, validaciones con regex, exportación con openpyxl/reportlab, imágenes con Pillow y temas visuales intercambiables.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kern="0" spc="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EVENTPRO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1762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para </a:t>
            </a:r>
            <a:r>
              <a:rPr lang="en-US" sz="1500" i="1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0" y="2788920"/>
            <a:ext cx="2743200" cy="4572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Santiago Arcila Gutiérrez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CEFIT  ·  Profundización de la POO II  · 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Tkinter  ·  MySQL  ·  Docker  ·  openpyxl  ·  reportlab  ·  Pillow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759</Words>
  <Application>Microsoft Office PowerPoint</Application>
  <PresentationFormat>Presentación en pantalla (16:9)</PresentationFormat>
  <Paragraphs>110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EventPro – CEFIT POO II</dc:title>
  <dc:subject>PptxGenJS Presentation</dc:subject>
  <dc:creator>Santiago Arcila</dc:creator>
  <cp:lastModifiedBy>Santiago Arcila Gutierrez</cp:lastModifiedBy>
  <cp:revision>2</cp:revision>
  <dcterms:created xsi:type="dcterms:W3CDTF">2026-03-22T13:34:48Z</dcterms:created>
  <dcterms:modified xsi:type="dcterms:W3CDTF">2026-03-22T13:36:59Z</dcterms:modified>
</cp:coreProperties>
</file>